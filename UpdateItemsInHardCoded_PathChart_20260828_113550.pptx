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08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43C36C-9AFB-3C38-A071-48C95FF521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7D4B8F4-56E5-6EBB-8B71-F164747DB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6DE4DD-0BE4-CD48-C26B-16A5D6B2F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CA9CA-6DF0-4C10-A81F-1339194B0147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7BBE7D-87B4-8D7E-19FE-F72C8BECF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4D4773-FC3D-D458-86A3-D2E3860B3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0C85-1E29-4064-906D-0B82060983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0355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5D8F37-0A70-4744-14E2-3E21C64DD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AD2FBA-E01D-FFCD-B2B8-045D9DEA8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E15A23-FEBC-B1CB-2D65-866C038E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CA9CA-6DF0-4C10-A81F-1339194B0147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E7AB33-55B1-B3C7-05D3-EDCF4F413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1F0645-6773-4FD2-D939-C0F2A0032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0C85-1E29-4064-906D-0B82060983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4576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E9BE13-C70E-79FF-A353-579FB0D7E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D6ABBBA-6511-B21F-88B2-BE70EF874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4599DB-322D-9975-D12E-AF6CC6905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CA9CA-6DF0-4C10-A81F-1339194B0147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94C804-5B2D-B229-113D-FD3FDE437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09DA7A-9943-ABB0-9938-1CD7B202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0C85-1E29-4064-906D-0B82060983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9432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BB23A8-53BD-E085-A9E0-6D89B020F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3D5161-5799-562B-F852-9011829B5A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6F6F34-EC57-A86F-57F6-6A537C14F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574B13-4833-BEBC-9C7D-3798CF7A7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CA9CA-6DF0-4C10-A81F-1339194B0147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2A3AB84-E236-D623-9E1C-835493821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918AAB8-4BC2-20C9-C710-28500FE8E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0C85-1E29-4064-906D-0B82060983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972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6425C2-320F-4B2A-33EA-C3DE53DBE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995293-5CFE-C863-1FF2-3E83DB0CA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7B38590-D122-49AD-8633-D31597663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A777A66-F180-74F1-0504-B7A2C84D4E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61E1903-B967-6020-336B-4008443DAC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61144CA-99FC-6354-1C86-EE6EE697E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CA9CA-6DF0-4C10-A81F-1339194B0147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B9D2B67-86B0-DD8A-B389-0DE0C91C8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44C8F12-4DA1-3F25-49B7-D0B2C10E3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0C85-1E29-4064-906D-0B82060983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2351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629177-2EC5-815E-A3CD-3F8812005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A5EF2F1-162C-E066-F835-D797BED73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CA9CA-6DF0-4C10-A81F-1339194B0147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7066F26-55DA-82AA-D675-2C20090DB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44340FD-6059-36DB-3850-53F92542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0C85-1E29-4064-906D-0B82060983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9826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A52634E-3A2E-7E59-7440-9B21A468F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CA9CA-6DF0-4C10-A81F-1339194B0147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32D167B-A02E-6EA4-AB9C-74B8971DF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65C9CD-F30F-1F96-8997-5B4037130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0C85-1E29-4064-906D-0B82060983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612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340396-C526-7645-2EDF-1300E8FBB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DB0926-E9B3-7987-5E33-87B1F34B4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759CDEA-08DB-DE11-5AA5-264C71067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2EC6F1D-FE53-18F6-2DE9-FA86FA1BD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CA9CA-6DF0-4C10-A81F-1339194B0147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A264A1-D57F-7739-C765-9F7F14CA4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4CA49C0-F935-77AA-218C-E02560DDD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0C85-1E29-4064-906D-0B82060983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18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529710-8948-EC85-9DCA-034A7CB6E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9F0B664-2622-F287-B9E1-7FE203EDE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DE68735-D251-CA91-CFD2-E522798A1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D936D09-7B76-EB9B-78FC-CD7A5E825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CA9CA-6DF0-4C10-A81F-1339194B0147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7D14D56-214B-6BE8-88CF-1C533E23A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66D5B3C-0C9B-9D21-0AF3-1A3ABC21D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0C85-1E29-4064-906D-0B82060983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352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DD22FD-CB0D-ED6E-1416-23C6A942D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8B0DE20-CFF0-8262-6C2C-28663F1F7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D3C4A0-CD4C-C882-CD8C-E1CC0B1E2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CA9CA-6DF0-4C10-A81F-1339194B0147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025E69-B461-ABD5-D697-77A2E8131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11DF54-7972-1A30-9808-FE7387E8F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0C85-1E29-4064-906D-0B82060983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7593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2F7C1B0-3277-8E4D-63DB-3DC77C408F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E18640-35C0-35D3-1F3E-B1E24AED9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384F19-A2E3-1466-B480-AF358F043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CA9CA-6DF0-4C10-A81F-1339194B0147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956863-25AB-2744-7D65-656F507C7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DD4EF5-3213-E292-20A1-BA1B7BAAE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0C85-1E29-4064-906D-0B82060983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8408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E48FBFD-1665-D1A1-C109-8DC7A4512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6F9BDA5-DB99-57A1-C13C-90E48A87F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DE0314-DD6B-D9FB-3F47-AD3AF3608F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ACA9CA-6DF0-4C10-A81F-1339194B0147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885C05-4369-BA2B-F993-7E8A7E287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2BDDA1-2712-F5CD-B06A-ED39E35B89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740C85-1E29-4064-906D-0B82060983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5276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E3A7848-B949-4A61-883F-1D7B5B70CFFC}"/>
              </a:ext>
            </a:extLst>
          </p:cNvPr>
          <p:cNvSpPr txBox="1"/>
          <p:nvPr/>
        </p:nvSpPr>
        <p:spPr>
          <a:xfrm>
            <a:off x="127000" y="63500"/>
            <a:ext cx="11938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kumimoji="1" lang="en-US" altLang="ja-JP" b="1"/>
              <a:t>UpdateItemsInHardCoded (Level=5)</a:t>
            </a:r>
            <a:endParaRPr kumimoji="1" lang="ja-JP" altLang="en-US" b="1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6A3E26B-B6F4-9F5B-B83C-1EF4CB74A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075" y="508000"/>
            <a:ext cx="413385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250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伊藤　正春 / itou masaharu</dc:creator>
  <cp:lastModifiedBy>伊藤　正春 / itou masaharu</cp:lastModifiedBy>
  <cp:revision>1</cp:revision>
  <dcterms:created xsi:type="dcterms:W3CDTF">2026-08-28T02:35:50Z</dcterms:created>
  <dcterms:modified xsi:type="dcterms:W3CDTF">2026-08-28T02:35:50Z</dcterms:modified>
</cp:coreProperties>
</file>