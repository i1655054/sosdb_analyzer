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3723B-11E0-668B-9EC6-8E5C5A490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0A93A4-4230-2E8B-42EA-8DEBD74BD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03553C-20D6-434A-27D0-31F21795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DB27C7-05E9-CC7D-0D38-903367C0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084FA-5443-027B-645C-A1184C48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91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3B3D74-8653-292F-F925-C96E83C7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D57DF2-6FD4-B950-920D-958433F6F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B29BAB-FA7F-DF4C-6F60-9ED8CC92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1622BC-5D34-6F6F-B688-7A5B051B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9ADCFC-5CC7-C796-EB50-3DBA1713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56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2306C3-E879-F8F2-3896-68C90D63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154162-BE91-09EE-0BD4-CC6DD18CD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EC2989-01AD-CBB0-7BCE-A07E6B48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F5B414-F97B-3C5B-3C09-861F0BF1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2B98CB-F393-B50E-6CFE-0008E2D3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90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D2064C-AC97-9668-9C0C-FC3AAB20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42C33F-A0C4-F3C6-EAD8-217254874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9FA2C1-BF08-DCB7-4BE6-CCB5D202B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B35003-7D77-A4E5-51C0-85CC9DA3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A4397-E01C-3EB7-8847-1F43B8DB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326842-1816-EEB5-2D80-5E152C69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48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9BBBDB-20C4-4593-9976-0CA87A78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6903A1-A8DE-CE87-BA63-09F971540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78C5F2-38C8-7D87-F790-BCDEEFD12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15EFC9-0864-2988-BEA8-9EE172BDA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B02DF8-1588-DA37-F517-BD4DF1450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2730FB-ACCC-1991-AFBE-648AF7F6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C48BEB5-66FD-809E-6C81-8A3EB79D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4F59E8-8729-7A93-3DA6-513963D8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29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D2CA87-25C8-3729-7BE1-CB63A726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05DDE5-ADB7-178E-1A85-969766BE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966F93-2A93-F63D-1533-94389DED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8B7E90-1C47-93F1-C908-8BE01703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46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2C184F8-2475-EA81-3B3C-085E8BF3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B2C14E-ACB3-C257-8438-2C37B269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D80659-1237-249D-9C99-52B67F00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21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4F2B70-505F-C159-DFFB-B5F0A218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0CC5AC-9B4E-F47D-70B2-FCAAA6FC0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D4FA7B-E6E7-B7A2-3C8A-50C848CE6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1DBE15-04F1-04B5-F434-1125D14F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2FD434-9AE3-7EBD-3A19-85A92C36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5108AD-1AE1-6D27-9972-ADCAC526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88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0A543-37C9-FE8B-2A9B-FE92D839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5A0AAC-05AD-8D32-A331-76CB44243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5EB32A-E485-7F1C-9C75-A3388C510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9AFCA2-FCAE-BCCE-B376-313B501B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C164A-A6C8-BC88-B3EE-61A257B8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85CC9A-CC79-5EE4-2DFB-372B28FA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3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DFA47C-1CA5-BF68-E425-8E5AC75B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ABBA95-5423-1449-D1BC-9174AC683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281459-335B-6863-B9BB-4FD87387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19AD69-846F-FDFC-8836-BDBD5D7D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2866B6-9991-8CD6-F043-2D502227D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21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9C0DF1-3A1E-BD89-F9FA-BEAF4F822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99F373-B930-6837-C3D0-1703E87A0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DABD18-41A2-69CB-175B-4C0AC82D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9606BF-E711-3232-E82B-83B59F0E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8CC666-BC6E-AFD9-727A-590B296E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20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49B2B9-7DA4-702E-4CEC-D114CE99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8E1F07-C63C-C1AB-AB19-8B644A125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8E2A5-EA18-EC2D-96C4-11DE33220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546F3-6717-4A07-828B-233522F7F37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875680-03CA-F3BE-FEE2-9FF5A938B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EE263A-ADF2-EF67-1708-0832CF903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99AFA-4271-4280-BA7C-C5F0EA3FA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22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193F6A-DCF0-A3A6-1DD1-DC37D2B689D6}"/>
              </a:ext>
            </a:extLst>
          </p:cNvPr>
          <p:cNvSpPr txBox="1"/>
          <p:nvPr/>
        </p:nvSpPr>
        <p:spPr>
          <a:xfrm>
            <a:off x="127000" y="63500"/>
            <a:ext cx="11938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ja-JP" b="1"/>
              <a:t>UpdateItemsInHardCoded (Level=5)</a:t>
            </a:r>
            <a:endParaRPr kumimoji="1" lang="ja-JP" altLang="en-US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356EFF7-6659-4F6F-6DFE-DFCE41F6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508000"/>
            <a:ext cx="41338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6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　正春 / itou masaharu</dc:creator>
  <cp:lastModifiedBy>伊藤　正春 / itou masaharu</cp:lastModifiedBy>
  <cp:revision>1</cp:revision>
  <dcterms:created xsi:type="dcterms:W3CDTF">2026-08-28T02:28:41Z</dcterms:created>
  <dcterms:modified xsi:type="dcterms:W3CDTF">2026-08-28T02:28:41Z</dcterms:modified>
</cp:coreProperties>
</file>