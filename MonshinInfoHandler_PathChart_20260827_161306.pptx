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41B57A-34F9-4250-F5BB-DF8B7C0BC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23F31A55-A870-215C-629F-C730E3B73B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03F5F5-F64C-306B-C4BC-96A12FEDB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D61BB25-F726-B93D-7612-322A13EE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981565-8992-4503-C687-E9F0369E3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131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6332607-3010-EA8C-7F1E-39DF253AD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790A161-5A2A-7F77-31F1-7B5CFF69C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139B522-C602-43E7-D928-B996E4529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F7A866-B43B-14AD-D704-1000957B5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2D88E58-7468-182D-EBEC-AD3EBDC8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3645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B3A8D6-B437-E54E-509E-9F7E65914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11514C6-2D3F-64D2-9FAA-ABDE59727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CFC04C-6611-E1B3-D964-78F57BBBD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CAB1A8-84E5-C167-1124-6BA1FD2EF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E0374B2-F7A5-E368-E529-F494B1D4A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3331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5DC940-33E8-08FB-CD88-959C57FEF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8A2DC1-E9BB-D839-72BF-DEEA327E72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BEC368-022F-E657-1C02-20C4CAF7F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73F73EC-46DE-1A87-718D-1CA92734B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F76DF53-C3F2-DB75-A547-F2FD716F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AACD87-326B-2C44-F602-3D8FF13CD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18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39362C-DF1B-AE5B-08E8-A4D3BCEF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30B7614-B1CF-D9BA-0744-C5E0D86F2D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07FC3D7-40F0-BBB9-3BF0-6E18C158D0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03B206C-961F-CC35-0EB0-519DF790C9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CFCA500-FEB0-7169-5CD7-4CF4595268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E574C4-EECF-BE6E-96F4-C35FE0382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413D2B-A4EF-D9D6-25E8-7BE2FA69C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921EFA4-8CD3-A5ED-CCA0-2D3726322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6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6D19CE-BC6E-9BC9-55CE-5BCFFD89A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4067472-8139-4840-D600-F259E62EC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3041565-67D7-EF4B-D385-B8728896C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E68FB9-FAC7-FE1D-AC8F-DEDFBBB09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755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C0A950-E159-61BC-4741-46F306257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F352823-A71D-0370-8851-28925BF0B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3FF8594-A02E-6074-A7B4-AFBD049DB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1855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58DC01-9F8B-F0EF-35D3-996DCAB9B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E595E36-55DD-B67C-3180-5BF90722B8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2900568-C6EA-0788-58D8-1B375A577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BC8AD56-B5C2-1C9A-83A1-50BF448B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CB7A02-EA58-AA8D-4E33-D2B86FC2A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4D253A-F9DB-7029-AAFE-09AADD9E8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0509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BA5536D-961A-0B76-242D-FE57D47CF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FF70830-D080-9B0E-F02F-BA0F480CB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EBAE1EB-3E01-4F15-73C6-D444A5C0F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6DC865-632D-1A61-8520-4B257C618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6399513-277C-B956-F1B8-B0FD35028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A19720-2E2C-3474-B49E-0991E85A3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2336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6622B1-A1D4-2565-DFA5-5D90FA33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881CC42-5283-755E-6545-A5397A7493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756225-69FA-5736-0499-A73F12383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766EBA-61C0-8383-E4A3-9D57CBFDB5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42733CA-1262-E4BD-E5C5-99482A99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9192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1377BBF-8F95-BBE1-4167-3F9D4AD224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546C88D-9412-C233-7721-F9C711FE3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E1B383-49E1-0BA1-64A6-32A52C388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EAE1325-4C20-5B92-5BE8-FF51D187D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576B0D-F790-33EB-BB9E-AB6CDA7F7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2291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04D9CC6-B1AD-61B8-5426-0ECEEDB8A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E76418-70F3-1182-36F2-F6E48F178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E282DC-B491-8CBD-6B8A-827A68DE4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4DC8A-5874-4878-9280-7778A4756A43}" type="datetimeFigureOut">
              <a:rPr kumimoji="1" lang="ja-JP" altLang="en-US" smtClean="0"/>
              <a:t>2026/8/27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FBBFC77-6868-BA98-DAAD-3750355D12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D388CF-B2E1-B083-3C59-3E5380DD0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D13A24-C3BC-4238-80F2-70EA3C6B9C4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9868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4DB4375-CC7B-9E62-A1AF-3023D556DD96}"/>
              </a:ext>
            </a:extLst>
          </p:cNvPr>
          <p:cNvSpPr txBox="1"/>
          <p:nvPr/>
        </p:nvSpPr>
        <p:spPr>
          <a:xfrm>
            <a:off x="127000" y="63500"/>
            <a:ext cx="11938000" cy="38100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en-US" altLang="ja-JP" b="1"/>
              <a:t>MonshinInfoHandler (Level=5)</a:t>
            </a:r>
            <a:endParaRPr kumimoji="1" lang="ja-JP" altLang="en-US" b="1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066D5A6-D146-D5C8-5DD9-67854DAF87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046" y="508000"/>
            <a:ext cx="83539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310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ワイド画面</PresentationFormat>
  <Paragraphs>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伊藤　正春 / itou masaharu</dc:creator>
  <cp:lastModifiedBy>伊藤　正春 / itou masaharu</cp:lastModifiedBy>
  <cp:revision>1</cp:revision>
  <dcterms:created xsi:type="dcterms:W3CDTF">2026-08-27T07:13:09Z</dcterms:created>
  <dcterms:modified xsi:type="dcterms:W3CDTF">2026-08-27T07:13:09Z</dcterms:modified>
</cp:coreProperties>
</file>