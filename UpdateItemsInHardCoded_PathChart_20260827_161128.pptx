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D7803B-D1E1-A39E-E120-0D8C790DA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5F5A0D3-AFED-E4F5-B0E2-8D499CAE3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A405B9-E9F1-0AE2-1B5E-03AC5F291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98E4A-CDC5-4EBC-8484-4313B4E6415E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96AFCA-CF6D-02D1-C3D1-B0FE9ACE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06D0C3-A0FB-F47A-2E2B-5DE44F8AA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52D2-86A4-4A82-96BA-D24E90303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722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A00172-2EA7-2415-2A40-6B588447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E868F5-1593-9CFF-4CAB-C43353A7C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FCC76C-3CA8-2A45-3B3A-7EC6BC920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98E4A-CDC5-4EBC-8484-4313B4E6415E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262F5C-6279-ED42-4739-A9D46C21D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47BC39-6B3B-D3E4-950F-CC8E0C94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52D2-86A4-4A82-96BA-D24E90303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69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CF91EA-7317-2D62-9E26-7A25F3ADB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ABBE4B-AB67-0E18-B991-990CDF564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2E2AD0-1259-FB59-B3AB-5B731F7F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98E4A-CDC5-4EBC-8484-4313B4E6415E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1E0ECA-8399-FEF3-6F8F-858670E33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9E2486-60B9-9517-094C-1105BE1C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52D2-86A4-4A82-96BA-D24E90303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077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CB4941-AFC3-AEEC-B205-A35BE7CD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C41B16-615B-837D-1141-C0B4C85DF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9D9B0D-00FB-2E9C-B9BB-03CF75C79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0CE34D-7434-B385-5BCF-239AC137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98E4A-CDC5-4EBC-8484-4313B4E6415E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C63D4B-764E-0886-B143-348E126AB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50E1CE-F4D2-9472-9C44-5EEF7030A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52D2-86A4-4A82-96BA-D24E90303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0631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B5510-0D86-AF63-5F55-E8B2475AB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2C8FD4-A04F-AAF2-C7E7-CD75D8787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AC7406-0160-CF99-D0A6-AFFBE80C1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36B8C10-3577-B4ED-D35E-4A094444E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E268434-924D-3225-6D95-583B2C251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CA12D5A-CF97-B45C-49E0-A23D38BD4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98E4A-CDC5-4EBC-8484-4313B4E6415E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035B04D-FD18-0B8A-6928-DB748A88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B320F10-0F34-8774-DFFB-0F93AB75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52D2-86A4-4A82-96BA-D24E90303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440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23032E-F913-7D9B-2AAF-95A0FA9A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2BECE8E-FA66-D006-6049-EA71007E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98E4A-CDC5-4EBC-8484-4313B4E6415E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844314-6951-FE4A-2146-B4D5706F8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1299330-EF87-B8A5-F63F-C318C608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52D2-86A4-4A82-96BA-D24E90303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2928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D629D29-A78B-B8B0-5D33-467D7FCBA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98E4A-CDC5-4EBC-8484-4313B4E6415E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6DD7C1C-9D57-8779-B294-9FF8CD092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D313706-484C-BA3A-3852-A79D845EA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52D2-86A4-4A82-96BA-D24E90303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816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06FF35-7222-ACCA-331F-4D3CF5C8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015471-22EE-882D-D73B-EBB77CC77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5AAA50-C249-9788-299E-42EA9C744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09860E-7BF7-1321-19B9-4C67C364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98E4A-CDC5-4EBC-8484-4313B4E6415E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04504C-A073-26DB-2411-8010C58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5199A6-0570-873C-92D1-B967489E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52D2-86A4-4A82-96BA-D24E90303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944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92F37A-2D6F-DDF1-A9EC-7DD83FFBF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A36040B-BF2A-7872-4CFF-3B5CCD1BC0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AF90AC-1481-8554-12E8-521035B40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B921F0-024D-C679-9645-8D0768F75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98E4A-CDC5-4EBC-8484-4313B4E6415E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770EB8-05F4-4032-DF6A-DDF0E348C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99059A-A7E5-F665-0286-48B359674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52D2-86A4-4A82-96BA-D24E90303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67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96DAB8-2AFB-2D14-A820-CA3A1B120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81E894-73E2-F8D7-50D6-665147B8D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3DDDDC-3FBF-34B7-98D4-652408A66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98E4A-CDC5-4EBC-8484-4313B4E6415E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610F2F-7459-F178-CE7F-E430034E6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4BC9D4-AE20-2D66-179F-6062D21D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52D2-86A4-4A82-96BA-D24E90303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4741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9C24489-9C83-D268-CD37-7B9B86D16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51DDAD0-3A9B-8DAE-69C4-1B0E44EBF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436B52-952C-CF9C-589B-C77FF964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98E4A-CDC5-4EBC-8484-4313B4E6415E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F12264-BC1B-D347-9B1D-8FD9F3B1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9ADDA7-9F4E-7277-DF7B-4B080EEA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52D2-86A4-4A82-96BA-D24E90303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28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DB8987C-2160-7277-07DF-E44612D52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784DA0-6B10-C8F1-866F-EC0659DD2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901694-AD8D-70AB-4B91-51F267CC3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E98E4A-CDC5-4EBC-8484-4313B4E6415E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0BB8E8-DC29-DD05-045E-0894751A5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E3586E-EA3E-710D-0985-F1FC0E34DC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6852D2-86A4-4A82-96BA-D24E90303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5591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15BAEEF-EB8C-49AC-02A7-7EC7B9FDCCB9}"/>
              </a:ext>
            </a:extLst>
          </p:cNvPr>
          <p:cNvSpPr txBox="1"/>
          <p:nvPr/>
        </p:nvSpPr>
        <p:spPr>
          <a:xfrm>
            <a:off x="127000" y="63500"/>
            <a:ext cx="11938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en-US" altLang="ja-JP" b="1"/>
              <a:t>UpdateItemsInHardCoded (Level=5)</a:t>
            </a:r>
            <a:endParaRPr kumimoji="1" lang="ja-JP" altLang="en-US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87380C8-0EC4-DB08-BFE2-6380BEB02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075" y="508000"/>
            <a:ext cx="413385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663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伊藤　正春 / itou masaharu</dc:creator>
  <cp:lastModifiedBy>伊藤　正春 / itou masaharu</cp:lastModifiedBy>
  <cp:revision>1</cp:revision>
  <dcterms:created xsi:type="dcterms:W3CDTF">2026-08-27T07:11:31Z</dcterms:created>
  <dcterms:modified xsi:type="dcterms:W3CDTF">2026-08-27T07:11:31Z</dcterms:modified>
</cp:coreProperties>
</file>